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AGROTEC GUINEA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Inteligencia Artificial para la Soberanía Alimentaria</a:t>
            </a:r>
          </a:p>
          <a:p>
            <a:r>
              <a:t>II Foro Nacional de IA - IndabaX GE 2026</a:t>
            </a:r>
          </a:p>
          <a:p>
            <a:r>
              <a:t>AAUCA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Problema: El 'Dolor' del Campo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 Guinea Ecuatorial, los agricultores enfrentan:</a:t>
            </a:r>
          </a:p>
          <a:p>
            <a:pPr lvl="1"/>
            <a:r>
              <a:t>Pérdida del 20% al 40% de la producción anual.</a:t>
            </a:r>
          </a:p>
          <a:p>
            <a:pPr lvl="1"/>
            <a:r>
              <a:t>Falta de técnicos agrónomos en zonas rurales (Evinayong, Mongomo).</a:t>
            </a:r>
          </a:p>
          <a:p>
            <a:pPr lvl="1"/>
            <a:r>
              <a:t>Escasa conectividad a internet para buscar soluciones.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Solución: Agrotec Guinea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 'ingeniero agrónomo en el bolsillo':</a:t>
            </a:r>
          </a:p>
          <a:p>
            <a:pPr lvl="1"/>
            <a:r>
              <a:t>Diagnóstico visual de plagas en tiempo real (&lt;2 segundos).</a:t>
            </a:r>
          </a:p>
          <a:p>
            <a:pPr lvl="1"/>
            <a:r>
              <a:t>Soporte para Yuca, Plátano, Maíz, Cacao y más.</a:t>
            </a:r>
          </a:p>
          <a:p>
            <a:pPr lvl="1"/>
            <a:r>
              <a:t>Accesible, intuitivo y diseñado para el entorno local.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Tecnología de Élite: Motor Dual-Core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Arquitectura resiliente para garantizar operatividad:</a:t>
            </a:r>
          </a:p>
          <a:p>
            <a:pPr lvl="1"/>
            <a:r>
              <a:t>MODO NUBE (Groq LPU): Inferencia ultra-rápida con modelos de visión multimodal de última generación.</a:t>
            </a:r>
          </a:p>
          <a:p>
            <a:pPr lvl="1"/>
            <a:r>
              <a:t>MODO CAMPO (Offline-First): Modelos TensorFlow Lite cuantizados que funcionan localmente sin gastar datos.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 Social y Económico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Más allá del diagnóstico visual:</a:t>
            </a:r>
          </a:p>
          <a:p>
            <a:pPr lvl="1"/>
            <a:r>
              <a:t>Calculadora de Mercado 2026: Precios justos en Francos CFA.</a:t>
            </a:r>
          </a:p>
          <a:p>
            <a:pPr lvl="1"/>
            <a:r>
              <a:t>Asistencia por Voz: Accesibilidad total para zonas rurales.</a:t>
            </a:r>
          </a:p>
          <a:p>
            <a:pPr lvl="1"/>
            <a:r>
              <a:t>Soberanía de Datos: Procesamiento seguro y privado.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Equipo Fundador (AAUCA)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Desarrollado en Ciudad de la Paz por:</a:t>
            </a:r>
          </a:p>
          <a:p>
            <a:pPr lvl="1"/>
            <a:r>
              <a:t>Tranquilino Mba Ncogo: Arquitecto de Software &amp; Lead AI Engineer</a:t>
            </a:r>
          </a:p>
          <a:p>
            <a:pPr lvl="1"/>
            <a:r>
              <a:t>Josefa Adela Mikue: Especialista en Backend &amp; API Integration</a:t>
            </a:r>
          </a:p>
          <a:p>
            <a:pPr lvl="1"/>
            <a:r>
              <a:t>María Milagrosa Mbile: Líder de UX/UI &amp; Frontend Architect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